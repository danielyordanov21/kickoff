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c92e126f94d95" /><Relationship Type="http://schemas.openxmlformats.org/officeDocument/2006/relationships/extended-properties" Target="/docProps/app.xml" Id="R6c25cdec1da948be" /><Relationship Type="http://schemas.openxmlformats.org/officeDocument/2006/relationships/officeDocument" Target="/ppt/presentation.xml" Id="R415e190593e24d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f519cb3fe49fe"/>
  </p:sldMasterIdLst>
  <p:notesMasterIdLst>
    <p:notesMasterId xmlns:r="http://schemas.openxmlformats.org/officeDocument/2006/relationships" r:id="R53bdc64343c94b53"/>
  </p:notesMasterIdLst>
  <p:sldIdLst>
    <p:sldId xmlns:r="http://schemas.openxmlformats.org/officeDocument/2006/relationships" id="256" r:id="R07cb7e58ffbc4483"/>
    <p:sldId xmlns:r="http://schemas.openxmlformats.org/officeDocument/2006/relationships" id="257" r:id="R0456f58309b14c0b"/>
    <p:sldId xmlns:r="http://schemas.openxmlformats.org/officeDocument/2006/relationships" id="258" r:id="Rd06c94885dae4cc7"/>
    <p:sldId xmlns:r="http://schemas.openxmlformats.org/officeDocument/2006/relationships" id="259" r:id="Rfbea30346abd48b9"/>
    <p:sldId xmlns:r="http://schemas.openxmlformats.org/officeDocument/2006/relationships" id="260" r:id="R5d17d9f50cb24410"/>
    <p:sldId xmlns:r="http://schemas.openxmlformats.org/officeDocument/2006/relationships" id="261" r:id="R24ed48ea2aaf43c3"/>
    <p:sldId xmlns:r="http://schemas.openxmlformats.org/officeDocument/2006/relationships" id="262" r:id="Rcc46677a71184c0b"/>
    <p:sldId xmlns:r="http://schemas.openxmlformats.org/officeDocument/2006/relationships" id="263" r:id="R2a40f6aadf0340c6"/>
    <p:sldId xmlns:r="http://schemas.openxmlformats.org/officeDocument/2006/relationships" id="264" r:id="R4eab7c38945b4836"/>
    <p:sldId xmlns:r="http://schemas.openxmlformats.org/officeDocument/2006/relationships" id="265" r:id="R394ae4b784834ddf"/>
    <p:sldId xmlns:r="http://schemas.openxmlformats.org/officeDocument/2006/relationships" id="266" r:id="R3720252f3a1b46f1"/>
    <p:sldId xmlns:r="http://schemas.openxmlformats.org/officeDocument/2006/relationships" id="267" r:id="Rce931787211844df"/>
    <p:sldId xmlns:r="http://schemas.openxmlformats.org/officeDocument/2006/relationships" id="268" r:id="Ra14c9282823d4d16"/>
    <p:sldId xmlns:r="http://schemas.openxmlformats.org/officeDocument/2006/relationships" id="269" r:id="R64c14866e3614a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f519cb3fe49fe" /><Relationship Type="http://schemas.openxmlformats.org/officeDocument/2006/relationships/theme" Target="/ppt/theme/theme1.xml" Id="Reb3021c69b304195" /><Relationship Type="http://schemas.openxmlformats.org/officeDocument/2006/relationships/notesMaster" Target="/ppt/notesMasters/notesMaster1.xml" Id="R53bdc64343c94b53" /><Relationship Type="http://schemas.openxmlformats.org/officeDocument/2006/relationships/presProps" Target="/ppt/presProps.xml" Id="R59db2468b59645c1" /><Relationship Type="http://schemas.openxmlformats.org/officeDocument/2006/relationships/viewProps" Target="/ppt/viewProps.xml" Id="Raca1c1fb5df64ee7" /><Relationship Type="http://schemas.openxmlformats.org/officeDocument/2006/relationships/tableStyles" Target="/ppt/tableStyles.xml" Id="Rf7d1d9b4ec8c4ac6" /><Relationship Type="http://schemas.openxmlformats.org/officeDocument/2006/relationships/slide" Target="/ppt/slides/slide1.xml" Id="R07cb7e58ffbc4483" /><Relationship Type="http://schemas.openxmlformats.org/officeDocument/2006/relationships/slide" Target="/ppt/slides/slide2.xml" Id="R0456f58309b14c0b" /><Relationship Type="http://schemas.openxmlformats.org/officeDocument/2006/relationships/slide" Target="/ppt/slides/slide3.xml" Id="Rd06c94885dae4cc7" /><Relationship Type="http://schemas.openxmlformats.org/officeDocument/2006/relationships/slide" Target="/ppt/slides/slide4.xml" Id="Rfbea30346abd48b9" /><Relationship Type="http://schemas.openxmlformats.org/officeDocument/2006/relationships/slide" Target="/ppt/slides/slide5.xml" Id="R5d17d9f50cb24410" /><Relationship Type="http://schemas.openxmlformats.org/officeDocument/2006/relationships/slide" Target="/ppt/slides/slide6.xml" Id="R24ed48ea2aaf43c3" /><Relationship Type="http://schemas.openxmlformats.org/officeDocument/2006/relationships/slide" Target="/ppt/slides/slide7.xml" Id="Rcc46677a71184c0b" /><Relationship Type="http://schemas.openxmlformats.org/officeDocument/2006/relationships/slide" Target="/ppt/slides/slide8.xml" Id="R2a40f6aadf0340c6" /><Relationship Type="http://schemas.openxmlformats.org/officeDocument/2006/relationships/slide" Target="/ppt/slides/slide9.xml" Id="R4eab7c38945b4836" /><Relationship Type="http://schemas.openxmlformats.org/officeDocument/2006/relationships/slide" Target="/ppt/slides/slide10.xml" Id="R394ae4b784834ddf" /><Relationship Type="http://schemas.openxmlformats.org/officeDocument/2006/relationships/slide" Target="/ppt/slides/slide11.xml" Id="R3720252f3a1b46f1" /><Relationship Type="http://schemas.openxmlformats.org/officeDocument/2006/relationships/slide" Target="/ppt/slides/slide12.xml" Id="Rce931787211844df" /><Relationship Type="http://schemas.openxmlformats.org/officeDocument/2006/relationships/slide" Target="/ppt/slides/slide13.xml" Id="Ra14c9282823d4d16" /><Relationship Type="http://schemas.openxmlformats.org/officeDocument/2006/relationships/slide" Target="/ppt/slides/slide14.xml" Id="R64c14866e361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147180ba41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7bad5617c4bd5" /><Relationship Type="http://schemas.openxmlformats.org/officeDocument/2006/relationships/notesMaster" Target="/ppt/notesMasters/notesMaster1.xml" Id="R79846f721f4241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379316b55b47ae" /><Relationship Type="http://schemas.openxmlformats.org/officeDocument/2006/relationships/notesMaster" Target="/ppt/notesMasters/notesMaster1.xml" Id="Rb13f201f5a47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d64a19c1b4b51" /><Relationship Type="http://schemas.openxmlformats.org/officeDocument/2006/relationships/notesMaster" Target="/ppt/notesMasters/notesMaster1.xml" Id="R4d72c65e4feb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4a4f58996438b" /><Relationship Type="http://schemas.openxmlformats.org/officeDocument/2006/relationships/notesMaster" Target="/ppt/notesMasters/notesMaster1.xml" Id="Rb29359c49e9f43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e9017bb4024495" /><Relationship Type="http://schemas.openxmlformats.org/officeDocument/2006/relationships/notesMaster" Target="/ppt/notesMasters/notesMaster1.xml" Id="Rbacd6386ad8e46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e6769d370340b5" /><Relationship Type="http://schemas.openxmlformats.org/officeDocument/2006/relationships/notesMaster" Target="/ppt/notesMasters/notesMaster1.xml" Id="R0c93054df26e45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8dc22a5c8415a" /><Relationship Type="http://schemas.openxmlformats.org/officeDocument/2006/relationships/notesMaster" Target="/ppt/notesMasters/notesMaster1.xml" Id="Rff73012d125041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cbdb50a6bd4aaa" /><Relationship Type="http://schemas.openxmlformats.org/officeDocument/2006/relationships/notesMaster" Target="/ppt/notesMasters/notesMaster1.xml" Id="Rf22f65ed62f0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da4164ba874d61" /><Relationship Type="http://schemas.openxmlformats.org/officeDocument/2006/relationships/notesMaster" Target="/ppt/notesMasters/notesMaster1.xml" Id="Raa02bc3d3a1445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e0a101f8542d3" /><Relationship Type="http://schemas.openxmlformats.org/officeDocument/2006/relationships/notesMaster" Target="/ppt/notesMasters/notesMaster1.xml" Id="Rea6b502c1aa644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d6db501fa54650" /><Relationship Type="http://schemas.openxmlformats.org/officeDocument/2006/relationships/notesMaster" Target="/ppt/notesMasters/notesMaster1.xml" Id="Rcb0f389ee06e4b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b3d5adc4c54ab1" /><Relationship Type="http://schemas.openxmlformats.org/officeDocument/2006/relationships/notesMaster" Target="/ppt/notesMasters/notesMaster1.xml" Id="R9d94b59f12ee43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eeac9a031a4b69" /><Relationship Type="http://schemas.openxmlformats.org/officeDocument/2006/relationships/notesMaster" Target="/ppt/notesMasters/notesMaster1.xml" Id="R96fd610312d94f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4ec023231b4729" /><Relationship Type="http://schemas.openxmlformats.org/officeDocument/2006/relationships/notesMaster" Target="/ppt/notesMasters/notesMaster1.xml" Id="R7ca80ab87e514c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1a1f9982b4a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0991108070420f" /><Relationship Type="http://schemas.openxmlformats.org/officeDocument/2006/relationships/slideLayout" Target="/ppt/slideLayouts/slideLayout2.xml" Id="R05b9ac89295c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9ac89295c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e3561f7685435e" /><Relationship Type="http://schemas.openxmlformats.org/officeDocument/2006/relationships/notesSlide" Target="/ppt/notesSlides/notesSlide1.xml" Id="R9d5df9759e15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2c27eb03745d7" /><Relationship Type="http://schemas.openxmlformats.org/officeDocument/2006/relationships/notesSlide" Target="/ppt/notesSlides/notesSlide2.xml" Id="R4e69a7efc2e44e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b2e98636143c9" /><Relationship Type="http://schemas.openxmlformats.org/officeDocument/2006/relationships/notesSlide" Target="/ppt/notesSlides/notesSlide3.xml" Id="Rb0695ddc9a3d46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4133e6d134a13" /><Relationship Type="http://schemas.openxmlformats.org/officeDocument/2006/relationships/notesSlide" Target="/ppt/notesSlides/notesSlide4.xml" Id="R48e86f3c8f034c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eb79352d74c3f" /><Relationship Type="http://schemas.openxmlformats.org/officeDocument/2006/relationships/notesSlide" Target="/ppt/notesSlides/notesSlide5.xml" Id="R24240628cf57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a484486184eb1" /><Relationship Type="http://schemas.openxmlformats.org/officeDocument/2006/relationships/notesSlide" Target="/ppt/notesSlides/notesSlide6.xml" Id="R7107e2446bd3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3b64f845284eb1" /><Relationship Type="http://schemas.openxmlformats.org/officeDocument/2006/relationships/notesSlide" Target="/ppt/notesSlides/notesSlide7.xml" Id="R6ebc7f33c4de48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753f0bbbea499b" /><Relationship Type="http://schemas.openxmlformats.org/officeDocument/2006/relationships/notesSlide" Target="/ppt/notesSlides/notesSlide8.xml" Id="R6aea63e39edf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7d04aab9b4b2f" /><Relationship Type="http://schemas.openxmlformats.org/officeDocument/2006/relationships/notesSlide" Target="/ppt/notesSlides/notesSlide9.xml" Id="Re378993ae09740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14cb37d5b4324" /><Relationship Type="http://schemas.openxmlformats.org/officeDocument/2006/relationships/notesSlide" Target="/ppt/notesSlides/notesSlide10.xml" Id="Rc5901b4e34524e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8c5294ab074566" /><Relationship Type="http://schemas.openxmlformats.org/officeDocument/2006/relationships/notesSlide" Target="/ppt/notesSlides/notesSlide11.xml" Id="R4779bcf826364e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b9806ca04a4c2c" /><Relationship Type="http://schemas.openxmlformats.org/officeDocument/2006/relationships/notesSlide" Target="/ppt/notesSlides/notesSlide12.xml" Id="Rea36752e913f45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86fe41b394402d" /><Relationship Type="http://schemas.openxmlformats.org/officeDocument/2006/relationships/notesSlide" Target="/ppt/notesSlides/notesSlide13.xml" Id="R2fb00976cc3945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3b868a73e415c" /><Relationship Type="http://schemas.openxmlformats.org/officeDocument/2006/relationships/notesSlide" Target="/ppt/notesSlides/notesSlide14.xml" Id="Rffb1ad6942364f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BA470-8ED9-4D9F-AED2-04085030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E6AA-CB49-4CE3-9E4C-D494715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DBA93-48BA-4951-A011-5FF696CC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9FE2-170A-4854-A503-DF70FF42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BFBC-13F6-468D-9C4D-CFD610A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ДИПЛОМЕН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9B0D3-1CCC-4D7D-B152-31A35921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P2P финтех уеб платформа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научни изследвания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45A6C-E2A6-4515-A9CB-8788D07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KickOff свързва проекти, последователи, обновления и директни разговори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987CA-4A83-42B9-B8A4-8D75085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1E6FD-59FB-4D5C-BCFB-C7878D7D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Angular клиент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F51C0-8D60-41E7-95A7-EBAF67E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5B0B5-3131-485E-A5EB-D2884CBF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ASP.NET Core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420A8-64BA-4945-BA6A-02E5385B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1224A-D0CF-467C-90FE-30CAC7F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963F0-0C4A-4E11-BB84-BD6E7624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Дипломант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2E4A3-348B-47B4-A7B1-1684B6A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Даниел Йорданов, 12а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2F317-8176-4B6B-8B70-8943413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Ръководител-консултант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25960-3B40-4905-A511-16C86312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054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Катя Семкова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51E75-E197-4E15-B4E7-09C4D5B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Пловдив ·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CF1A1-3928-4EA8-8790-FA3DD36B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31A90-24E1-4F09-B045-0E26E67C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A8039-A633-45F0-AEA9-D9447587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590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93151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F4D6D-72B5-4368-A3ED-4E4B569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BA097-A3C0-4A0C-96E6-88E5A29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186DE-3DFE-40E6-A9B5-4ABE14C2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89116-0F00-4DF4-B9EC-4DBFC9A1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40D9A-0013-4832-9676-5DD44BC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СЪДЪРЖАНИЕ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BE160-6F95-472E-8EAD-E417218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C951A-C43D-4CF3-AB14-B23FFB2A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Път през продукта KickOff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F6125-A2FB-41F3-A2FE-03868C4B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7830-A932-4ED3-AA1F-26D027A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Увод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D040F-F2BF-47BC-865D-1E376EC6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идея и потребителски поток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D3BFF-C24A-400B-A959-87EBF9DF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488A3-8B46-4499-999A-F3592162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2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D4F61-715C-4166-B453-386C19F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1109D-FC3B-4F46-9F48-D3F42443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цел, роли и функционален обхват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31D7A-7799-464E-92BC-6F1E75F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4DFBE-46B6-4C57-A5E2-58D7F82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469D-E85C-4982-BC61-3392A6E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D86A1-9136-4103-8C22-BC89E76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технологии зад продукта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3C22B-3E03-41B3-B428-B31C00C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1CA70-954F-4E73-B8EB-F8C117F0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2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085FA-1DAA-4A59-8C9C-9B47879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0A457-6EE0-44BA-84EE-781EE44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578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слоеве, услуги и данни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0BDAA-BEF3-4D8A-965D-473BB72F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A43B4-3C34-4126-8D4E-6943C112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741BB-A5B1-4B2B-BEBF-982E880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A4C4C-31B2-46E4-A902-2B77AF0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реализирани модули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62A84-AE51-49DE-BF39-4F7F7052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87A6E-8EA0-40AE-9F7E-51264F94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2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9CA9D-B27D-4C05-8F74-B7F3BC8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6E2C5-494D-4498-9454-135031A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проверки и build резултати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704F3-3918-4ADA-A69B-6982E42A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F2FB4-B4DF-493D-AE04-12C3973B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4A771-0204-4369-BA01-283FD3EA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Глава 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276905-C0DC-422D-994B-ECC1C0A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следващи продуктови стъпки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10C0C-A0F8-4886-9DE7-CEC3D53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61412A-1BCE-48E3-A990-5977064B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91100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2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E84B42-16F5-49EA-A83A-FEA4BA4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72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36A890-3C2C-4222-9E02-93CDEE28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стойност и използвани източници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2DE90E-F69A-4CD3-BFC9-9A64438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79482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99E8D-DB1D-41BB-8E09-5AE3F0D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8E1BB-E3D9-48B5-B015-5AF0A783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88600-894A-4569-83C4-D429B93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3A06C-7DC3-483E-9183-25393E17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C016-4032-4E9A-8EB4-1382D12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УВОД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CC982-2703-4026-9CA2-403CA5A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70903-EB92-4494-9F76-A3FC02C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 превръща проекта в място за откриване и разговор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07746-9510-4194-8E1B-9AD2F6F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53443-A9AB-4172-8087-2DBE57F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71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F6C67-EEA2-4A1B-AB8F-48FED82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19050">
            <a:solidFill>
              <a:srgbClr val="2A9D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94E6E-7D11-4190-9322-2F1FE3BA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95625"/>
            <a:ext cx="1828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Публикува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06871-8221-4E2A-9F57-FCE4581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19050">
            <a:solidFill>
              <a:srgbClr val="E3F2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F6C3C-F5AC-43F8-A7F4-4CEACC3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29125"/>
            <a:ext cx="1828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Открива</a:t>
            </a:r>
          </a:p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проект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3FBFD-17FB-4F7A-A423-C2B0BAB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03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19050">
            <a:solidFill>
              <a:srgbClr val="F2A2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09B25-B761-4C29-8C12-FF404166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95625"/>
            <a:ext cx="1828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Следи</a:t>
            </a:r>
          </a:p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развитие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2002D-AA78-4F4B-9BBF-68738C24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19050">
            <a:solidFill>
              <a:srgbClr val="2972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D7C58-4978-4152-AE70-CCEAB47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29125"/>
            <a:ext cx="1828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Започва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разговор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F4D18-0679-44B3-A379-A7BB025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9463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5F527-3128-4A40-BC49-C95BF1A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FE1D8-9907-408D-BB46-46B241E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B3B7-634E-4ACE-B0BF-1A45E53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2963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98CF0-4B71-46EA-88D7-0CF38AA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95DC2-8924-48C2-8AA8-2260A5D6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D057A-367E-4674-9D1B-38294F66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9463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292ED-A598-4488-9E84-DBB0873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A9EB3-9CEC-40AE-9ADA-5291921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BB769-CF9B-4688-BC1C-41ED22A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52963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00476D-17BD-47E8-A2A8-0BB454E1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C30B8-A802-4A79-87DD-ED9316EF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45997-4601-4C59-B7EC-3DCF7E0F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Потребителят открива проект, следи развитието му и може веднага да започне разговор.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1F87A-60CE-4D3E-9BF0-74B517FD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1. Основна идея на системата</a:t>
            </a:r>
          </a:p>
        </p:txBody>
      </p:sp>
    </p:spTree>
    <p:extLst>
      <p:ext uri="{BB962C8B-B14F-4D97-AF65-F5344CB8AC3E}">
        <p14:creationId xmlns:p14="http://schemas.microsoft.com/office/powerpoint/2010/main" val="1692737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77B8E-22CC-441F-B1AF-2BBEABCD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21EC5-CE68-420C-A8FF-0B620B7E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C7807-EA21-40CC-A79C-C3331C4C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849B6-80F5-4971-B5EA-674AF38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AB953-6A95-4E46-AF2E-062F014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ГЛАВА 1. ЦЕЛ И ЗАДАЧИ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45E5B-2C14-47D2-83F1-A2BFB108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0C7F8-8830-4E9E-8659-81DD811C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Целта е проектът да има профил, аудитория и разговор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97E0A-6A91-4A24-BCD1-9B4C9FCA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Основна цел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8E18-90A0-41B1-8091-81EA685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57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 се реализира уеб платформа, в която проект може да бъде публикуван, открит, следван и обсъждан.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C05D9-2833-4326-BC3A-6683F1B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19050">
            <a:solidFill>
              <a:srgbClr val="2A9D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D5B70-DE18-4691-B6C2-96A91C9F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Създател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D7E0-3332-455E-90D3-B1AEBC3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4317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публикува и поддържа проект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7027D-685C-4C75-AD4B-CB8510C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19050">
            <a:solidFill>
              <a:srgbClr val="E3F2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F787A-193A-4A6F-BC51-7A540DE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Потребител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F651E-9A7C-42B0-AAAD-C5912223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38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открива, следва и пише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47E7D-BADE-4CE3-A272-E2B2D821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19050">
            <a:solidFill>
              <a:srgbClr val="F2A2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F872D-9E03-40E1-A366-C8EBE89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1F3F1-49B9-4E5E-A9F2-369F342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339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управлява достъп и съдържание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4F382-412E-4FAE-96FD-07F75F36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23A68-9E6B-4530-B8E0-C43DE611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24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клиентска и сървърна реализация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2AB6F-5EA8-426E-9F27-3216A318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D020E-73FE-4038-BB96-31E5EB5D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424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роли, сигурност и собственост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E2B12-E58B-4EC6-B2D6-C2A6D365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7E10C-B3FB-476F-BDB8-11142EDD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05450"/>
            <a:ext cx="424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профили, проекти, известия и чат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2ECC0-0B3A-44BD-85B9-914A5130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Фигура 2. Целеви роли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18294715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F68A0-0CF7-4843-AAF9-69C84C8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B590D-58C8-4FB4-B845-5A5C6C70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AB572-4326-4A9A-814A-46806B9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343D4-5A5F-45C0-A709-4969F287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ADEB6-B3D1-4976-9987-B428524F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ГЛАВА 2. ТЕХНОЛОГИЧЕН ОБЗОР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7D701-993C-4368-83F7-F064EF8F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376A7-1E3B-4771-9111-63A31B5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Стекът разделя продукта на четири ясни слоя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FD464-5BFA-40FA-BDAF-FE00A0E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C4AD1-A5BC-4A15-B017-3F1FCFE9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5EF7E-733B-45EA-BC21-C3A302F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Angular 21 · RxJS · Material · PrimeNG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82A9F-FABA-4B25-BA94-7C95A8F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7AB72-BD6C-4068-8F0C-D4D4D1ED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F3BFC-5D77-4733-A82D-EF2372B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ASP.NET Core Web API · Identity ·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6C434-219A-4230-A428-AE14ED13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06ED7-D424-44DC-AFC2-177B498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FC559-E4E3-4EC8-B6AA-A15598D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Entity Framework Core · SQL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F28C3-72DE-469A-AE26-D72D510F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64ADD-CF6F-4F76-A9C3-8BC326D0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B2C71-750E-4C22-9F02-5962067E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673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Sendbird Chat · Azure Blob Storage · SMTP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AB4E9-1043-4943-B6CC-AAB7B88D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847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Angular управлява интерфейса, API-то пази правилата, SQL Server държи данните, а интеграциите добавят чат и файлове.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4D476-BFF8-4E73-A391-FD0838B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3. Технологични слоеве</a:t>
            </a:r>
          </a:p>
        </p:txBody>
      </p:sp>
    </p:spTree>
    <p:extLst>
      <p:ext uri="{BB962C8B-B14F-4D97-AF65-F5344CB8AC3E}">
        <p14:creationId xmlns:p14="http://schemas.microsoft.com/office/powerpoint/2010/main" val="13137770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455F3-E8A6-4DA4-A1BB-6E0DB73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DF47D-B5E0-4A29-95F5-A6BECD2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7DAD0-FFCC-4554-BA7B-271CD19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9EEB2-F295-4D00-99EE-157BEBBB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C4473-5302-41F1-8EE4-7313FC5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ГЛАВА 3. АРХИТЕКТУРА НА ПРИЛОЖЕНИЕТО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16553-8756-4158-8546-D5A54EE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42CC-3EFC-456B-BBF1-EA01094B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Клиентът не достъпва данните директно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7576A-A0F6-44EE-B5CB-806C259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19050">
            <a:solidFill>
              <a:srgbClr val="E3F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E4961-8ABA-4309-A771-DC2CFF4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35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Angular</a:t>
            </a:r>
          </a:p>
          <a:p xmlns:a="http://schemas.openxmlformats.org/drawingml/2006/main">
            <a:pPr algn="ctr">
              <a:defRPr sz="142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57840-14BC-4063-B58C-DD48A12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D89DD-F915-4680-924F-08B3606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1543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HTTP / API</a:t>
            </a:r>
          </a:p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Controllers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72B1-A801-45AE-A88D-832649E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19050">
            <a:solidFill>
              <a:srgbClr val="2A9D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5A5EE-BBBC-45C2-B69D-1CE0161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2900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E5B16-565D-4FAE-9317-18AEE5A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19050">
            <a:solidFill>
              <a:srgbClr val="F2A2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B1438-4176-4E9F-AA4E-C8A42C7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DbContexts</a:t>
            </a:r>
          </a:p>
          <a:p xmlns:a="http://schemas.openxmlformats.org/drawingml/2006/main">
            <a:pPr algn="ctr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+ Repositories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E2B70-E0A7-4679-B64C-A7477D9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29038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AABE6-1050-4277-BFC3-0167FE2D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98FF2-4B4F-40ED-B03A-D469AE6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9B45C-42C6-492C-AAE1-995AE01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29038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51C7D-443F-42DD-9494-F222671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EDBDC-ADA5-4295-ADA2-E5B2FF4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05F3F-8EDC-4C26-A897-367C842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9038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B9C64-9E2E-4D3D-B52A-334A713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CBC4E-C30D-4A31-8B02-D8C877FC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4D268-07FF-41FF-BCD3-C9429201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B3CBB-F37B-49B8-A7B9-3BDA9DA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Sendbird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862374-1301-4B12-B848-E13639A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00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6F456-2BE0-4035-8A2D-61EE963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48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Azure Blob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236DB-397B-4600-B996-B2E173C7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31C59-7B66-4B7A-B8DE-BA733D4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SMTP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04891-F176-47D3-8B78-BD0DF23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4152900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88437-A505-4A92-A7AD-1547D52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0088"/>
            <a:ext cx="2962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561995-4FBF-45CE-893A-21C59A4D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9443D-95D2-4A78-8B56-9FF85955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7FC16-7E26-4DDC-9FF8-0EAF6D5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52437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ADE92-C90E-47B1-BC32-6CC02CD5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9B2B18-01E4-4C68-BB82-3C6D60D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FF3B70-A2CF-4C9D-8A01-F6AF963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52437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8D646B-8648-47DA-B222-5E1B74E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A7D004-CD20-4E65-8F60-2D06E8E2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16AF1D-770D-4287-B956-CA8C2EF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452437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C917F2-1AF8-425C-B498-5AABA58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E83C95-1E57-4950-A60E-44413A1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19FBE0-D283-4E06-B709-CE6DF0F0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Заявките минават през API и услуги, а външните системи са отделени като интеграции.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2BFC47-DE7E-4626-A664-611B365A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Фигура 4. Общ архитектурен модел</a:t>
            </a:r>
          </a:p>
        </p:txBody>
      </p:sp>
    </p:spTree>
    <p:extLst>
      <p:ext uri="{BB962C8B-B14F-4D97-AF65-F5344CB8AC3E}">
        <p14:creationId xmlns:p14="http://schemas.microsoft.com/office/powerpoint/2010/main" val="1671511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893C4-4E13-4254-B1CE-182BC18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77772-8CAF-4B31-9EEC-CBE3BF31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9B918-AF7A-4714-96C8-35A8CE7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56612-FDB1-45B4-A490-0BA45C80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F3349-490E-465B-87BE-B938041A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ГЛАВА 3. АРХИТЕКТУРА НА ПРИЛОЖЕНИЕТО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BE051-3DF9-4B64-BB08-CF146130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68CEA-CBF4-4A35-8F12-2D18F607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Identity и проектната логика са отделени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9ADA6-4FB4-44D6-8F2C-7195DEFE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476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2E630-8B41-4781-A654-00D53F54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AppIdentityDbContext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D4C8-E04A-4718-B2A6-4DABD3C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19050">
            <a:solidFill>
              <a:srgbClr val="2A9D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7A063-CCA7-4734-B52B-79EA7AB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10695-60B8-423D-8468-A9119B5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33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19050">
            <a:solidFill>
              <a:srgbClr val="E3F2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F74E4-9F28-4D8E-910D-278E0C2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E0F59-CE9C-4FD9-9F9C-8B6BCB60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19050">
            <a:solidFill>
              <a:srgbClr val="2A9D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309FF-707E-4480-9A75-4DC0A46D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RefreshTokens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587FA-553B-433E-9096-BBD944F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19050">
            <a:solidFill>
              <a:srgbClr val="E3F2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57AD7-FA8A-4E3F-9EED-3821B7D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57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UserFollows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1F600-5AFD-4488-976F-D4054B06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476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9E243-EAFF-40AA-8F90-0105FEA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ProjectDbContext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BAF80-5041-4C39-9689-44912EB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2AABC-3200-48E6-AE02-AC150FB3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0F5B0-35AA-4069-9B71-6DBFEEC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19050">
            <a:solidFill>
              <a:srgbClr val="F2A2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BC4A9-CFA9-4336-8803-C4EBC3FB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290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Updates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5CF7C-8FA9-4513-892C-6D91AB5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78986-7E9D-4619-873F-1D64379E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ProjectFollows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38725-281F-498C-88B7-E0F52168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62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19050">
            <a:solidFill>
              <a:srgbClr val="F2A2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51050-85C2-4868-BC02-DE304E4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57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45261-89D2-4C48-B674-62BF1F8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Двата DbContext класа намаляват смесването между акаунти, роли, проекти и обновления.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9AF9A-F992-4D00-B15A-4CEBA02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5. Разделяне на постоянните данни</a:t>
            </a:r>
          </a:p>
        </p:txBody>
      </p:sp>
    </p:spTree>
    <p:extLst>
      <p:ext uri="{BB962C8B-B14F-4D97-AF65-F5344CB8AC3E}">
        <p14:creationId xmlns:p14="http://schemas.microsoft.com/office/powerpoint/2010/main" val="15739525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E02C5-A21D-4AA3-A1CD-9B5E2200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86410-79FB-4FD8-890B-237C4B4B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52406-2281-4BDF-9B67-ED37505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2B7F6-6F63-4AE8-8E4C-89E07D0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23F3A-9BC0-4F3F-9721-E7B47A3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ГЛАВА 4. РЕАЛИЗАЦИЯ НА РАЗРАБОТКАТА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C4CC-EB0B-455C-8E3A-7D186F7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C2F5C-D820-4DAE-946C-36478EF5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Създаването на проект пази данните последователни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745B0-057F-4197-AB45-AD6D2A0F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7ADBD-1E4D-461A-9776-CDF9089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6C00D-FF9E-48DB-BFCF-703EF3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Форма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8DD3E-4AB1-4065-9B58-002FD60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данни +</a:t>
            </a:r>
          </a:p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изображения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9365D-3D6C-4B90-8902-05E38E60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67138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6B92D-DCB7-4707-A5F9-0C7184C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12A07-5AF3-47F5-BF86-060F22C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93073-103B-44DB-ABD7-CEC09A16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4D6F2-40F5-4E13-826F-0FD0589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6DD1B-0A75-4BDB-8858-A0880A25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957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19F4E-882D-4DAA-B4E4-08FDC8DC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auth + лимит</a:t>
            </a:r>
          </a:p>
          <a:p xmlns:a="http://schemas.openxmlformats.org/drawingml/2006/main">
            <a:pPr algn="l">
              <a:defRPr sz="11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на заявка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09DB0-DFD5-4CCC-A9E6-F3BD03B8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7138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C6C7B-0C80-4C30-AEB4-6F56980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93BE2-CD60-4AA7-988F-893D314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A8012-AF88-42EB-A4F9-832C098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F4A7B-7A6F-42C9-BB28-3D19FB1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282B0-0491-4E3F-86C9-2046474B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Project</a:t>
            </a:r>
          </a:p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353AF-7051-493B-A86D-3EC7E74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338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валидация +</a:t>
            </a:r>
          </a:p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FF6A5-15BB-4EF7-B36A-BCB9A1D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67138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A195F-D250-45E0-A99F-439682A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14AB5-25C2-4960-A521-55082CCF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043B9-32E8-480A-8A31-C86A768B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0D0F0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43ADF-AB95-40C3-92E5-9AFF8DDA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77402-74B5-4D8B-8C44-C16E25DE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Blob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BF0CC0-D830-424F-9162-99C68FCA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качване +</a:t>
            </a:r>
          </a:p>
          <a:p xmlns:a="http://schemas.openxmlformats.org/drawingml/2006/main">
            <a:pPr algn="l">
              <a:defRPr sz="1125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изчистване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5EA21A-D983-4CD6-AC80-A92EDFD8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67138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73A56-BBF7-4E6A-8039-263A693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6CBB67-BACE-46E9-A39C-EA1725C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68A61-CED6-4204-8E26-5A8A394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010E5-236C-47B2-BFC7-00B4FA7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08189-B6E9-41A7-B099-E1146EE3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957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CD8C5-4CD7-4486-A743-4C96999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338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проект +</a:t>
            </a:r>
          </a:p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следване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75026C-486E-47C1-8BA4-C0F4BFE5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При неуспешен запис качените изображения се изчистват и не остават частични данни.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E5B127-0B95-414A-873B-957B32A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6. Път на заявката при създаване на проект</a:t>
            </a:r>
          </a:p>
        </p:txBody>
      </p:sp>
    </p:spTree>
    <p:extLst>
      <p:ext uri="{BB962C8B-B14F-4D97-AF65-F5344CB8AC3E}">
        <p14:creationId xmlns:p14="http://schemas.microsoft.com/office/powerpoint/2010/main" val="2946871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86AA9-BDD3-4BCC-8CC9-9588FD46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D8037-369F-482C-942A-A7FAEDFF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543DA-47A6-4B71-9044-234FA9A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57F4E-712B-4014-BCB9-D6F27C22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572CE-48C7-4FEB-9736-44DFEAC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ГЛАВА 4. РЕАЛИЗАЦИЯ НА РАЗРАБОТКАТА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A47D1-F219-4C4C-8360-DE9AD5CD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A259-2A55-4FE3-BEF5-D2FA2AA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Модулите изграждат един потребителски цикъл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5F47C-AC97-49D5-8F8A-13AE803B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91C24-3E94-4328-AD97-3CAE8C4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F9CA9-A3A9-44EB-B885-716CF79B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регистрация, вход, refresh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593E1-66BD-43F7-8200-857D55D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E9D4E-453A-472E-96CC-8876F5F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9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Profiles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224C8-3790-4255-BCE1-E1775425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52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роля, настройки, връзки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F5313-3E90-4198-9A4F-1F8987D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5989C-E54E-489F-8FA0-D47FCAF9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CC2F1-1189-4717-9089-159A2439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каталог, детайл, редакция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C5765-C80C-485F-9F26-0E4BABA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FEE70-D7E4-48D8-BF18-1E624D9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EE811-B411-41AE-8F4D-EBA275D6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публикации към проект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EE5B3-BB62-4CC9-A1EC-39FE065F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4D9F1-2F55-4E33-BE68-53DFB43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910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F1824-8D00-4F65-A03C-0D9CE1F0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339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in-app и email сигнали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A3A23-EC89-44BB-8F12-A15F758C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3862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3E09C-E61D-4898-84A0-57EBD9E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910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08B6F-9397-4CEB-B981-7CBF9BE9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директни разговори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1D230-5C97-40CD-9947-25F9AABB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9120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Смисълът е връзката между модулите: потребителят открива проект, следва го, получава обновления и започва разговор.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8B481-EC98-4E86-8B38-6022368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Фигура 7. Обзор на работещите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2639878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AC068-FA93-4D68-9E4C-B3FCD46B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31394-9B00-428A-B36A-842D765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0D9AB-9E0F-45CB-AA71-F2C7287B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4149E-2393-4CDB-8549-E8D09EE4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89824-F3F8-4C29-B944-08DD34D2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ГЛАВА 5. ТЕСТВАНЕ И ВНЕДРЯВАНЕ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E8A0F-020E-4356-AB88-133B95E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16DC1-EE7B-4627-AFFE-23FE2E1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Проверките потвърждават стабилна основа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9E71D-9D06-4E58-B18E-860AFAA2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38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2BFEC-EFEF-40E6-B874-00963E3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22/22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12A53-A7E7-4CD7-A832-EBE7906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сървърни unit теста преминават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6DEE0-D59A-4343-BF1A-7A50066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A2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A264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8C3D7-D08F-4BB7-8600-57C47E19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клиентски теста преминават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16B6D-716A-49B3-BC7E-4599464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9D8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9D8E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B5EA7-8BAA-48A0-A30F-2A526F0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004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Angular spec файлове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97902-1407-4B73-AE46-7F93DFF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FB36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B36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3B00D-E3FB-408C-8683-97D3D59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004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предупреждение за CSS размер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73225-DBFB-41D3-91DB-99859FD6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768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Build-ът минава успешно; остава оптимизация на UI слоя и публикуването.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0CDB1-D693-4BBF-8C9B-3E6D9E8D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8. Резултати от проверките</a:t>
            </a:r>
          </a:p>
        </p:txBody>
      </p:sp>
    </p:spTree>
    <p:extLst>
      <p:ext uri="{BB962C8B-B14F-4D97-AF65-F5344CB8AC3E}">
        <p14:creationId xmlns:p14="http://schemas.microsoft.com/office/powerpoint/2010/main" val="17287718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3E34B-8A52-4116-B731-61C46F2D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02C18-80C3-427A-AF1E-DF1BC1B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29AFF-392C-4522-8803-942C0CAC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F075-A9CA-4F3D-8977-8CA8DB70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B9B51-9128-407F-8C87-65759E1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ГЛАВА 6. ОПИСАНИЕ И БЪДЕЩО РАЗВИТИЕ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FF37C-E26D-43E6-BA36-89F0BB74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43103-F033-4156-A0AE-BD5B1AC7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Развитието надгражда съществуващия поток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CB73-16C4-4429-AED9-9B82FE92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95D0F-0A5D-4347-B546-6BB5A05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Сега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D988D-D241-442F-B71E-68A11DE7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проекти, профили, следване и чат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59D38-177F-416F-B180-1DEAE9D1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42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ACFB9-71D4-4124-A411-BA78521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F8F2C-927C-4011-B194-CB2DCB8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28B79-A1A5-4038-AF1F-689E5FB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9D125-6490-4AD1-A29A-42E68DF7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57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Следващо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F1FE0-97F6-438A-A6F1-7DCEA86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90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спонсорски екран и плащания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5E13E-0EE2-48FC-BA25-A6677D55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242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32B5B-F821-4E14-91BB-9E59E4C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DD4B1-C023-4F9C-9EA2-EDEF2E54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6C2E0-6E93-4AEE-A73C-432084F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6793B-727B-4D14-BEA2-74762DB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Стабилизиране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FDECB-7950-44E4-915F-CE415649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още тестове и публикуване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3D519-2F65-4746-A0F3-77345A1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42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552D1-8449-4254-8C39-5BB7ABD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4C009-F634-41D2-B42F-AA51E76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2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504A9-EBA3-4C73-9B09-2E927CF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86125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6CE8A-483E-4DDE-A230-E6D2C1F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57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Зрялост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FEFBC-E58B-43F1-AA71-ABFCEB40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90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админ инструменти и мониторинг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D4D0C-A7B3-4F14-B5A0-C8FE5C9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Следващите функции не сменят архитектурата, а допълват продуктовия цикъл около проекта.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B2054-E46A-439D-8BFA-35C11069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Фигура 9. Път за бъдещо развитие</a:t>
            </a:r>
          </a:p>
        </p:txBody>
      </p:sp>
    </p:spTree>
    <p:extLst>
      <p:ext uri="{BB962C8B-B14F-4D97-AF65-F5344CB8AC3E}">
        <p14:creationId xmlns:p14="http://schemas.microsoft.com/office/powerpoint/2010/main" val="1255467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27959-037F-47C9-AA2A-50D377B7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1CDE2-989A-438C-8999-28A1303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9F148-14EE-4286-AF55-C4EC50CC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6B50A-3A2E-4CB3-8CF8-E2BBFD4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B407B-2FA6-4E41-9CD6-2D06A3C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7BC29-DB1F-4B03-877B-1886D049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C0849-DBF0-46D8-A657-F7451A76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 показва завършен full-stack поток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AE8B-8276-493F-97B2-E88E588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C3369-1F3C-409B-B751-ADB6478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909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Продуктова стойност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237EB-3448-4625-8F24-A1233949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481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проектите имат публика, обновления и разговор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565A5-0DAF-4EDC-A4EB-EA9ECFC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BD538-E8EC-4618-9109-5C46FB1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909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Архитектурна стойност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F9592-6056-4A57-914F-BCC45C4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481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клиент, API, данни и услуги са разделени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CE69E-102E-4B16-A88E-DE6D5EA2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25467-712C-41A3-A9F4-0D211B2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909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Инженерна стойност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FC426-7440-407F-93A8-DDE4966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481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валидация, роли, тестове и интеграции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9711-5EE8-40C3-8C37-DD5A2D0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Проектът комбинира продуктова идея, работеща реализация и архитектура, която може да се развива.</a:t>
            </a:r>
          </a:p>
        </p:txBody>
      </p:sp>
    </p:spTree>
    <p:extLst>
      <p:ext uri="{BB962C8B-B14F-4D97-AF65-F5344CB8AC3E}">
        <p14:creationId xmlns:p14="http://schemas.microsoft.com/office/powerpoint/2010/main" val="18843809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DA209-D67E-4D5D-B8A3-63DBFFB9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A6A8-9840-4834-8B4A-D017E420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34632-F30D-4CDA-BA31-F674E71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DDD5A-35BE-43ED-8443-A4552F0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A6112-20B7-42AC-B7FA-1DB1601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ИЗТОЧНИЦИ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47072-84EE-4BF8-B32A-D9E2A593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2A60A-1647-403C-83BD-6A666B4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Източници зад технологичните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3626D-6EEA-466C-A6E8-152E0366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84D21-4D95-4D1B-AFC1-94939D3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813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Microsoft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0EC6D-BCE9-4E49-A447-28D445D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ASP.NET Core Identity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Entity Framework Core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SQL Server provider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Azure Blob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62DF-0FAB-47DF-ACC4-11EB961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B2BD6-E7EB-4F5D-9887-41C7F607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051B8-165E-4202-8B9C-BD3EBDB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Angular components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standalone component model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client-side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AE01A-DC4D-4C6A-B0AC-5F18E5C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70749-6324-4FC4-AC5B-3B9AE84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727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7271"/>
                </a:solidFill>
                <a:latin typeface="Arial"/>
                <a:ea typeface="Arial"/>
                <a:cs typeface="Arial"/>
              </a:rPr>
              <a:t>Sendbird 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3DD7A-F599-421D-9EAF-422D8F9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910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channel overview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group channels</a:t>
            </a:r>
          </a:p>
          <a:p xmlns:a="http://schemas.openxmlformats.org/drawingml/2006/main">
            <a:pPr algn="l">
              <a:defRPr sz="1200" b="0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F0E"/>
                </a:solidFill>
                <a:latin typeface="Arial"/>
                <a:ea typeface="Arial"/>
                <a:cs typeface="Arial"/>
              </a:rPr>
              <a:t>session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D1BC8-1221-4467-8509-01041B53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4333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19050">
            <a:solidFill>
              <a:srgbClr val="E8E4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344B6-6555-4EC2-A80C-D0038A81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F2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F264"/>
                </a:solidFill>
                <a:latin typeface="Arial"/>
                <a:ea typeface="Arial"/>
                <a:cs typeface="Arial"/>
              </a:rPr>
              <a:t>Кодова база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CC0D8-8F00-41EC-99EB-8C3A420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KickOffAPI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KickOffClient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README и приложения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1C5BD-BBA1-48CD-9F65-59F1B409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53125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A6A6A"/>
                </a:solidFill>
                <a:latin typeface="Arial"/>
                <a:ea typeface="Arial"/>
                <a:cs typeface="Arial"/>
              </a:rPr>
              <a:t>Тези източници обосновават избора на стек, интеграции и архитектура в KickOff.</a:t>
            </a:r>
          </a:p>
        </p:txBody>
      </p:sp>
    </p:spTree>
    <p:extLst>
      <p:ext uri="{BB962C8B-B14F-4D97-AF65-F5344CB8AC3E}">
        <p14:creationId xmlns:p14="http://schemas.microsoft.com/office/powerpoint/2010/main" val="813291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A6A7E-1F15-4188-B3EB-7F2EAD1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F1F2A-B788-4999-949C-F449145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DB0BC-FBCD-4D4B-B35E-A3EAB285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920B6-70BD-4175-AD1A-0AFADE28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5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1BBE0-B1F7-4AE5-8CE6-07799FAE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Благодаря за вниманието!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6D25-9AAB-4C99-B72C-BCF3B37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8E4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E4E0"/>
                </a:solidFill>
                <a:latin typeface="Arial"/>
                <a:ea typeface="Arial"/>
                <a:cs typeface="Arial"/>
              </a:rPr>
              <a:t>Проекти, следване, обновления и директна комуникация в един поток.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5F3A5-FD9B-4571-9807-E2658330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7681-1619-49AB-A35A-A54474E0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386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F0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0F0E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5B2B5-A1C3-4E17-931A-57B42BBE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FC656-F974-456B-9AFB-086CB397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Даниел Йорданов · 12а</a:t>
            </a:r>
          </a:p>
        </p:txBody>
      </p:sp>
    </p:spTree>
    <p:extLst>
      <p:ext uri="{BB962C8B-B14F-4D97-AF65-F5344CB8AC3E}">
        <p14:creationId xmlns:p14="http://schemas.microsoft.com/office/powerpoint/2010/main" val="313427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2026-05-18T13:07:36.4360000Z</dcterms:created>
  <dcterms:modified xsi:type="dcterms:W3CDTF">2026-05-18T13:07:36.4360000Z</dcterms:modified>
</coreProperties>
</file>